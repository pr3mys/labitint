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46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388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2005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27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45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88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291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88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619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05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804416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7834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6933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505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319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8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CDB79-BC9F-4BE3-AEDB-F373208B4DAA}" type="datetimeFigureOut">
              <a:rPr lang="ru-RU" smtClean="0"/>
              <a:t>28.02.2026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3361172-2362-4FF0-8A1B-BD91523B1E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91910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2CC5A-E09E-C99B-5723-CCB869B023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Лабиринт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06AEA6-1046-78D9-8A45-890822BA31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Колокольцев Алексей 9</a:t>
            </a:r>
          </a:p>
        </p:txBody>
      </p:sp>
    </p:spTree>
    <p:extLst>
      <p:ext uri="{BB962C8B-B14F-4D97-AF65-F5344CB8AC3E}">
        <p14:creationId xmlns:p14="http://schemas.microsoft.com/office/powerpoint/2010/main" val="115111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11A20-846B-7A4D-8109-4D6B51FB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145627-12A5-9BC4-EAFB-357DDA743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Создать игру в виде лабиринта, в котором игрок должен найти три ключа для выхода</a:t>
            </a:r>
          </a:p>
          <a:p>
            <a:r>
              <a:rPr lang="ru-RU" dirty="0"/>
              <a:t>Создать многоуровневость и одну цельную тематику - средневековье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0173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035CA-266E-D0FA-47C5-262554D38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15DC8E-C59C-1C99-E2E0-04A99B275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Загрузка библиотек</a:t>
            </a:r>
          </a:p>
          <a:p>
            <a:r>
              <a:rPr lang="ru-RU" dirty="0"/>
              <a:t>Создание констант</a:t>
            </a:r>
          </a:p>
          <a:p>
            <a:r>
              <a:rPr lang="ru-RU" dirty="0"/>
              <a:t>Класс главного окна приложения с двумя кнопками</a:t>
            </a:r>
          </a:p>
          <a:p>
            <a:r>
              <a:rPr lang="ru-RU" dirty="0"/>
              <a:t>Класс </a:t>
            </a:r>
            <a:r>
              <a:rPr lang="en-US" dirty="0"/>
              <a:t>“</a:t>
            </a:r>
            <a:r>
              <a:rPr lang="ru-RU" dirty="0"/>
              <a:t>шаблон</a:t>
            </a:r>
            <a:r>
              <a:rPr lang="en-US" dirty="0"/>
              <a:t>”</a:t>
            </a:r>
            <a:r>
              <a:rPr lang="ru-RU" dirty="0"/>
              <a:t> для уровней, чтобы сделать код чище и понятнее</a:t>
            </a:r>
          </a:p>
          <a:p>
            <a:r>
              <a:rPr lang="ru-RU" dirty="0"/>
              <a:t>Классы уровней для настройки точки </a:t>
            </a:r>
            <a:r>
              <a:rPr lang="ru-RU" dirty="0" err="1"/>
              <a:t>спавна</a:t>
            </a:r>
            <a:r>
              <a:rPr lang="ru-RU" dirty="0"/>
              <a:t> и карты</a:t>
            </a:r>
          </a:p>
          <a:p>
            <a:r>
              <a:rPr lang="ru-RU" dirty="0"/>
              <a:t>Класс окна паузы с 4 кнопками</a:t>
            </a:r>
          </a:p>
          <a:p>
            <a:r>
              <a:rPr lang="ru-RU" dirty="0"/>
              <a:t>Класс окончания уровней и прохождения игры</a:t>
            </a:r>
          </a:p>
          <a:p>
            <a:r>
              <a:rPr lang="ru-RU" dirty="0"/>
              <a:t>Класс окна загрузки игр</a:t>
            </a:r>
          </a:p>
          <a:p>
            <a:r>
              <a:rPr lang="ru-RU" dirty="0"/>
              <a:t>Вызов окна</a:t>
            </a:r>
          </a:p>
        </p:txBody>
      </p:sp>
    </p:spTree>
    <p:extLst>
      <p:ext uri="{BB962C8B-B14F-4D97-AF65-F5344CB8AC3E}">
        <p14:creationId xmlns:p14="http://schemas.microsoft.com/office/powerpoint/2010/main" val="1117604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C8DEF-27C1-C8EC-037E-805B6E00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6EABED-020C-A42C-72A8-40C429F30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Сохранение уровней с их прогрессом</a:t>
            </a:r>
            <a:r>
              <a:rPr lang="en-US" dirty="0"/>
              <a:t>:</a:t>
            </a:r>
            <a:r>
              <a:rPr lang="ru-RU" dirty="0"/>
              <a:t> место на карте, количество ключей и уровень</a:t>
            </a:r>
          </a:p>
          <a:p>
            <a:r>
              <a:rPr lang="ru-RU" dirty="0"/>
              <a:t>Удобство создания и добавления уровней</a:t>
            </a:r>
          </a:p>
          <a:p>
            <a:r>
              <a:rPr lang="ru-RU" dirty="0"/>
              <a:t>Решение о невидимом слое </a:t>
            </a:r>
            <a:r>
              <a:rPr lang="ru-RU" dirty="0" err="1"/>
              <a:t>хитбоксов</a:t>
            </a:r>
            <a:endParaRPr lang="ru-RU" dirty="0"/>
          </a:p>
          <a:p>
            <a:r>
              <a:rPr lang="ru-RU" dirty="0"/>
              <a:t>Четкая и понятная в едином стиле структура кода</a:t>
            </a:r>
          </a:p>
        </p:txBody>
      </p:sp>
    </p:spTree>
    <p:extLst>
      <p:ext uri="{BB962C8B-B14F-4D97-AF65-F5344CB8AC3E}">
        <p14:creationId xmlns:p14="http://schemas.microsoft.com/office/powerpoint/2010/main" val="3667810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A31003-38A0-C7BC-D872-2278C7E06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Библиотеки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6AF008-C9CD-78BF-EB9C-9FAF559AF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Arcade </a:t>
            </a:r>
            <a:r>
              <a:rPr lang="ru-RU" dirty="0"/>
              <a:t>– основная библиотека на котором строиться приложение</a:t>
            </a:r>
          </a:p>
          <a:p>
            <a:r>
              <a:rPr lang="en-US" dirty="0"/>
              <a:t>Json – </a:t>
            </a:r>
            <a:r>
              <a:rPr lang="ru-RU" dirty="0"/>
              <a:t>для сохранений</a:t>
            </a:r>
          </a:p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ru-RU" dirty="0"/>
              <a:t>– для проверки файлов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7796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C00E9-8702-8AFB-E34F-F7B305DF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Будущее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665172-F2D4-91EB-0A99-6D5278170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Убрать возможность видеть сквозь стены</a:t>
            </a:r>
          </a:p>
          <a:p>
            <a:r>
              <a:rPr lang="ru-RU" dirty="0"/>
              <a:t>Добавить анимацию при ходьбе персонажа</a:t>
            </a:r>
          </a:p>
          <a:p>
            <a:r>
              <a:rPr lang="ru-RU" dirty="0"/>
              <a:t>Добавить уровни</a:t>
            </a:r>
          </a:p>
          <a:p>
            <a:r>
              <a:rPr lang="ru-RU" dirty="0"/>
              <a:t>Добавить сюжет и диалоги</a:t>
            </a:r>
          </a:p>
          <a:p>
            <a:r>
              <a:rPr lang="ru-RU" dirty="0"/>
              <a:t>Добавить враждебных </a:t>
            </a:r>
            <a:r>
              <a:rPr lang="en-US" dirty="0" err="1"/>
              <a:t>nps</a:t>
            </a:r>
            <a:r>
              <a:rPr lang="en-US" dirty="0"/>
              <a:t> </a:t>
            </a:r>
            <a:r>
              <a:rPr lang="ru-RU" dirty="0"/>
              <a:t>и систему боя</a:t>
            </a:r>
          </a:p>
        </p:txBody>
      </p:sp>
    </p:spTree>
    <p:extLst>
      <p:ext uri="{BB962C8B-B14F-4D97-AF65-F5344CB8AC3E}">
        <p14:creationId xmlns:p14="http://schemas.microsoft.com/office/powerpoint/2010/main" val="2634707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0D32C-E74C-9364-1D72-D44C3CD9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A192B5-8D4E-66E1-E7D7-BDFDB1C3A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Все задачи были выполнены, проект создан и играбельный. Возможны доработки, но все что хотел выполнил</a:t>
            </a:r>
          </a:p>
        </p:txBody>
      </p:sp>
    </p:spTree>
    <p:extLst>
      <p:ext uri="{BB962C8B-B14F-4D97-AF65-F5344CB8AC3E}">
        <p14:creationId xmlns:p14="http://schemas.microsoft.com/office/powerpoint/2010/main" val="424976485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</TotalTime>
  <Words>174</Words>
  <Application>Microsoft Office PowerPoint</Application>
  <PresentationFormat>Широкоэкранный</PresentationFormat>
  <Paragraphs>32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Лабиринт</vt:lpstr>
      <vt:lpstr>Идея проекта</vt:lpstr>
      <vt:lpstr>Структура</vt:lpstr>
      <vt:lpstr>Особенности</vt:lpstr>
      <vt:lpstr>Библиотеки</vt:lpstr>
      <vt:lpstr>Будущее проекта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Пользователь</dc:creator>
  <cp:lastModifiedBy>Пользователь</cp:lastModifiedBy>
  <cp:revision>1</cp:revision>
  <dcterms:created xsi:type="dcterms:W3CDTF">2026-02-28T09:03:01Z</dcterms:created>
  <dcterms:modified xsi:type="dcterms:W3CDTF">2026-02-28T09:25:05Z</dcterms:modified>
</cp:coreProperties>
</file>